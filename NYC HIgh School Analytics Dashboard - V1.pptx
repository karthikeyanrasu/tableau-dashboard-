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NYCHIghSchoolAnalyticsDashboard-V1/Final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F61D33E-ECE7-4341-84C7-4C573E3B88D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NYC HIgh School Analytics Dashboard - V1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FC9E859-FF8F-479E-8AE2-A0F95E36CD5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2/19/2025 2:48:58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l Dashboard" id="2" name="slide2">
            <a:extLst>
              <a:ext uri="{FF2B5EF4-FFF2-40B4-BE49-F238E27FC236}">
                <a16:creationId xmlns:a16="http://schemas.microsoft.com/office/drawing/2014/main" id="{D855EC1E-3999-42FF-80D9-7DE4407FE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47" y="0"/>
            <a:ext cx="10525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2025-02-19T02:48:58Z</dcterms:created>
  <dcterms:modified xsi:type="dcterms:W3CDTF">2025-02-19T02:48:58Z</dcterms:modified>
</cp:coreProperties>
</file>